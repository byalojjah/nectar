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409" r:id="rId7"/>
    <p:sldId id="389" r:id="rId8"/>
    <p:sldId id="391" r:id="rId9"/>
    <p:sldId id="397" r:id="rId10"/>
    <p:sldId id="411" r:id="rId11"/>
    <p:sldId id="412" r:id="rId1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A2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747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23/07/2025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23/07/2025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0AF6A-0A75-3495-15B8-5EC3C4E4A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9D91CEE-16B6-1386-73C9-E2E6F9DC3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8102366-70F7-6C1C-B6CC-876754418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157A6C-0A9C-261E-3DCA-04587A749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0175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F87A9-548F-3568-B84B-AB03910E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B9E109B-180E-6E57-1FCA-855B664B9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1FB956E-7F16-6570-02CA-303621AD4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862416-BB5C-FC48-9FDA-BD7A8B694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5178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 anchor="ctr"/>
          <a:lstStyle>
            <a:defPPr>
              <a:defRPr lang="fr-FR"/>
            </a:defPPr>
          </a:lstStyle>
          <a:p>
            <a:pPr algn="ctr" rtl="0"/>
            <a:r>
              <a:rPr lang="fr-FR" sz="9600" dirty="0">
                <a:solidFill>
                  <a:schemeClr val="tx2"/>
                </a:solidFill>
                <a:latin typeface="Comic Sans MS" panose="030F0702030302020204" pitchFamily="66" charset="0"/>
              </a:rPr>
              <a:t>Nectar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8A88AA9-D554-3D2E-8798-3A6FD2D64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082" y="1695494"/>
            <a:ext cx="622222" cy="7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>
                <a:solidFill>
                  <a:schemeClr val="tx2"/>
                </a:solidFill>
                <a:latin typeface="Comic Sans MS" panose="030F0702030302020204" pitchFamily="66" charset="0"/>
              </a:rPr>
              <a:t>S</a:t>
            </a:r>
            <a:r>
              <a:rPr lang="fr-FR" dirty="0">
                <a:solidFill>
                  <a:schemeClr val="tx2"/>
                </a:solidFill>
                <a:latin typeface="Comic Sans MS" panose="030F0702030302020204" pitchFamily="66" charset="0"/>
              </a:rPr>
              <a:t>ommaire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402685"/>
            <a:ext cx="5501640" cy="4455315"/>
          </a:xfrm>
        </p:spPr>
        <p:txBody>
          <a:bodyPr tIns="457200" rtlCol="0">
            <a:normAutofit/>
          </a:bodyPr>
          <a:lstStyle>
            <a:defPPr>
              <a:defRPr lang="fr-FR"/>
            </a:defPPr>
          </a:lstStyle>
          <a:p>
            <a:r>
              <a:rPr lang="fr-FR" dirty="0">
                <a:solidFill>
                  <a:schemeClr val="tx2"/>
                </a:solidFill>
                <a:latin typeface="Comic Sans MS" panose="030F0702030302020204" pitchFamily="66" charset="0"/>
              </a:rPr>
              <a:t>Accroche &amp; Contexte</a:t>
            </a:r>
          </a:p>
          <a:p>
            <a:r>
              <a:rPr lang="fr-FR" dirty="0">
                <a:solidFill>
                  <a:schemeClr val="tx2"/>
                </a:solidFill>
                <a:latin typeface="Comic Sans MS" panose="030F0702030302020204" pitchFamily="66" charset="0"/>
              </a:rPr>
              <a:t>Présentation de Nectar</a:t>
            </a:r>
          </a:p>
          <a:p>
            <a:r>
              <a:rPr lang="fr-FR" dirty="0">
                <a:solidFill>
                  <a:schemeClr val="tx2"/>
                </a:solidFill>
                <a:latin typeface="Comic Sans MS" panose="030F0702030302020204" pitchFamily="66" charset="0"/>
              </a:rPr>
              <a:t>Fonctionnalités clés</a:t>
            </a:r>
          </a:p>
          <a:p>
            <a:r>
              <a:rPr lang="fr-FR" dirty="0">
                <a:solidFill>
                  <a:schemeClr val="tx2"/>
                </a:solidFill>
                <a:latin typeface="Comic Sans MS" panose="030F0702030302020204" pitchFamily="66" charset="0"/>
              </a:rPr>
              <a:t>Valeur ajoutée &amp; Cible</a:t>
            </a:r>
          </a:p>
          <a:p>
            <a:r>
              <a:rPr lang="fr-FR" dirty="0">
                <a:solidFill>
                  <a:schemeClr val="tx2"/>
                </a:solidFill>
                <a:latin typeface="Comic Sans MS" panose="030F0702030302020204" pitchFamily="66" charset="0"/>
              </a:rPr>
              <a:t>Vision / Impact / Prochaine étape</a:t>
            </a:r>
          </a:p>
          <a:p>
            <a:r>
              <a:rPr lang="fr-FR" dirty="0">
                <a:solidFill>
                  <a:schemeClr val="tx2"/>
                </a:solidFill>
                <a:latin typeface="Comic Sans MS" panose="030F0702030302020204" pitchFamily="66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661CEF3C-C3A7-9234-44E9-7C9D16B1F7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tx1"/>
          </a:solidFill>
        </p:spPr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71B5539-39E2-D879-0A30-51FC99C52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780" y="0"/>
            <a:ext cx="7421216" cy="685800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50" y="2221665"/>
            <a:ext cx="4412974" cy="3590998"/>
          </a:xfrm>
        </p:spPr>
        <p:txBody>
          <a:bodyPr numCol="1" rtlCol="0" anchor="ctr"/>
          <a:lstStyle>
            <a:defPPr>
              <a:defRPr lang="fr-FR"/>
            </a:defPPr>
          </a:lstStyle>
          <a:p>
            <a:r>
              <a:rPr lang="fr-FR" sz="2400" b="0" dirty="0">
                <a:solidFill>
                  <a:schemeClr val="tx2"/>
                </a:solidFill>
                <a:latin typeface="Comic Sans MS" panose="030F0702030302020204" pitchFamily="66" charset="0"/>
              </a:rPr>
              <a:t>Faire ses courses en ligne devrait être aussi simple que commander un repas ou appeler un taxi.</a:t>
            </a:r>
            <a:br>
              <a:rPr lang="fr-FR" sz="2400" b="0" dirty="0">
                <a:solidFill>
                  <a:schemeClr val="tx2"/>
                </a:solidFill>
                <a:latin typeface="Comic Sans MS" panose="030F0702030302020204" pitchFamily="66" charset="0"/>
              </a:rPr>
            </a:br>
            <a:br>
              <a:rPr lang="fr-FR" sz="2400" b="0" dirty="0">
                <a:solidFill>
                  <a:schemeClr val="tx2"/>
                </a:solidFill>
                <a:latin typeface="Comic Sans MS" panose="030F0702030302020204" pitchFamily="66" charset="0"/>
              </a:rPr>
            </a:br>
            <a:r>
              <a:rPr lang="fr-FR" sz="2400" b="0" dirty="0">
                <a:solidFill>
                  <a:schemeClr val="tx2"/>
                </a:solidFill>
                <a:latin typeface="Comic Sans MS" panose="030F0702030302020204" pitchFamily="66" charset="0"/>
              </a:rPr>
              <a:t>Pourtant, de nombreux services restent complexes ou peu adaptés aux besoins quotidiens..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54644ED-E44B-9E39-CCE9-8F4ED5FC1796}"/>
              </a:ext>
            </a:extLst>
          </p:cNvPr>
          <p:cNvSpPr txBox="1"/>
          <p:nvPr/>
        </p:nvSpPr>
        <p:spPr>
          <a:xfrm>
            <a:off x="-172280" y="468443"/>
            <a:ext cx="596347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Acroche &amp; contexte</a:t>
            </a:r>
            <a:endParaRPr lang="fr-FR" sz="4000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264876"/>
            <a:ext cx="6263226" cy="1742828"/>
          </a:xfrm>
        </p:spPr>
        <p:txBody>
          <a:bodyPr rtlCol="0" anchor="ctr"/>
          <a:lstStyle>
            <a:defPPr>
              <a:defRPr lang="fr-FR"/>
            </a:defPPr>
          </a:lstStyle>
          <a:p>
            <a:pPr algn="ctr"/>
            <a: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Présentation </a:t>
            </a:r>
            <a:b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</a:br>
            <a: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de </a:t>
            </a:r>
            <a:b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</a:br>
            <a: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Nectar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2" y="2189921"/>
            <a:ext cx="5486400" cy="247815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sz="2000" b="0" dirty="0">
                <a:latin typeface="Comic Sans MS" panose="030F0702030302020204" pitchFamily="66" charset="0"/>
              </a:rPr>
              <a:t>Nectar est une plateforme web simple et rapide qui permet de commander des produits alimentaires depuis son téléphone ou son ordinateur. L’objectif : une expérience fluide, rapide et accessible à tous.</a:t>
            </a:r>
          </a:p>
        </p:txBody>
      </p:sp>
      <p:pic>
        <p:nvPicPr>
          <p:cNvPr id="11" name="Espace réservé pour une image  10">
            <a:extLst>
              <a:ext uri="{FF2B5EF4-FFF2-40B4-BE49-F238E27FC236}">
                <a16:creationId xmlns:a16="http://schemas.microsoft.com/office/drawing/2014/main" id="{9C52A5D4-050C-6D60-0903-A8D5729660A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75" b="165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7" y="92796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 algn="ctr"/>
            <a: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Fonctionnalités clés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3948" y="3282319"/>
            <a:ext cx="5835926" cy="3092726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>
              <a:buNone/>
            </a:pPr>
            <a:r>
              <a:rPr lang="fr-FR" sz="2400" dirty="0">
                <a:solidFill>
                  <a:schemeClr val="tx2"/>
                </a:solidFill>
                <a:latin typeface="Comic Sans MS" panose="030F0702030302020204" pitchFamily="66" charset="0"/>
              </a:rPr>
              <a:t>Nectar propose un catalogue clair, un système de commande en quelques clics et des notifications en temps réel. 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tx2"/>
                </a:solidFill>
                <a:latin typeface="Comic Sans MS" panose="030F0702030302020204" pitchFamily="66" charset="0"/>
              </a:rPr>
              <a:t>Le tout avec un design épuré, adapté aux usages mobiles comme desktop.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5356" y="411479"/>
            <a:ext cx="5050823" cy="3291840"/>
          </a:xfrm>
        </p:spPr>
        <p:txBody>
          <a:bodyPr rtlCol="0" anchor="ctr"/>
          <a:lstStyle>
            <a:defPPr>
              <a:defRPr lang="fr-FR"/>
            </a:defPPr>
          </a:lstStyle>
          <a:p>
            <a:pPr algn="ctr"/>
            <a: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Valeur ajoutée </a:t>
            </a:r>
            <a:b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</a:br>
            <a: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&amp; </a:t>
            </a:r>
            <a:b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</a:br>
            <a: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Cible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3F50EE5-55CF-0E40-ED2E-A955D57D6FAD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575356" y="4301044"/>
            <a:ext cx="561664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000" b="0" dirty="0">
                <a:latin typeface="Comic Sans MS" panose="030F0702030302020204" pitchFamily="66" charset="0"/>
              </a:rPr>
              <a:t>Pour les utilisateurs, c’est un gain de temps et une solution intuitive pour faire ses courses au quotidien.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000" b="0" dirty="0">
              <a:latin typeface="Comic Sans MS" panose="030F0702030302020204" pitchFamily="66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000" b="0" dirty="0">
                <a:latin typeface="Comic Sans MS" panose="030F0702030302020204" pitchFamily="66" charset="0"/>
              </a:rPr>
              <a:t>Pour les commerçants et producteurs locaux, Nectar offre un nouveau canal de vente et de fidélisation.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F1AC-33D6-8940-5973-96DB5F01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DA4EFF4-FB92-47BD-4AAD-ECD1B6C41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5356" y="411479"/>
            <a:ext cx="5152818" cy="3291840"/>
          </a:xfrm>
        </p:spPr>
        <p:txBody>
          <a:bodyPr rtlCol="0" anchor="ctr"/>
          <a:lstStyle>
            <a:defPPr>
              <a:defRPr lang="fr-FR"/>
            </a:defPPr>
          </a:lstStyle>
          <a:p>
            <a:pPr algn="ctr"/>
            <a: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Vision / Impact / Prochaine étape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E0AC3E7-EAC7-4E44-1548-973F1E84887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575356" y="4301044"/>
            <a:ext cx="561664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000" b="0" dirty="0">
                <a:latin typeface="Comic Sans MS" panose="030F0702030302020204" pitchFamily="66" charset="0"/>
              </a:rPr>
              <a:t>Nectar veut simplifier les courses tout en soutenant une consommation plus locale et responsable.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000" b="0" dirty="0">
              <a:latin typeface="Comic Sans MS" panose="030F0702030302020204" pitchFamily="66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000" b="0" dirty="0">
                <a:latin typeface="Comic Sans MS" panose="030F0702030302020204" pitchFamily="66" charset="0"/>
              </a:rPr>
              <a:t> Une version pilote sera bientôt lancée pour tester le concept et améliorer l’expérience selon les retours.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02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0BDD-013C-D188-2422-903C84152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E1F68F53-ACF4-F8DD-109B-5C39A5C89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5356" y="411479"/>
            <a:ext cx="5152818" cy="3291840"/>
          </a:xfrm>
        </p:spPr>
        <p:txBody>
          <a:bodyPr rtlCol="0" anchor="ctr"/>
          <a:lstStyle>
            <a:defPPr>
              <a:defRPr lang="fr-FR"/>
            </a:defPPr>
          </a:lstStyle>
          <a:p>
            <a:pPr algn="ctr"/>
            <a:r>
              <a:rPr lang="fr-FR" sz="4000" dirty="0">
                <a:solidFill>
                  <a:schemeClr val="tx2"/>
                </a:solidFill>
                <a:latin typeface="Comic Sans MS" panose="030F0702030302020204" pitchFamily="66" charset="0"/>
              </a:rPr>
              <a:t>Conclusion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14B5528-2A7E-E4BA-F919-F9F33D8E147E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575356" y="4608820"/>
            <a:ext cx="561664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000" b="0" dirty="0">
                <a:latin typeface="Comic Sans MS" panose="030F0702030302020204" pitchFamily="66" charset="0"/>
              </a:rPr>
              <a:t>Nectar, c’est la plateforme qui rend vos courses aussi simples qu’un clic.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2000" b="0" dirty="0">
              <a:latin typeface="Comic Sans MS" panose="030F0702030302020204" pitchFamily="66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000" b="0" dirty="0">
                <a:latin typeface="Comic Sans MS" panose="030F0702030302020204" pitchFamily="66" charset="0"/>
              </a:rPr>
              <a:t>Rejoignez-nous pour réinventer l’achat alimentaire de proximité.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62227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annuelle – Géométrique</Template>
  <TotalTime>503</TotalTime>
  <Words>248</Words>
  <Application>Microsoft Office PowerPoint</Application>
  <PresentationFormat>Grand écran</PresentationFormat>
  <Paragraphs>35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Comic Sans MS</vt:lpstr>
      <vt:lpstr>Franklin Gothic Book</vt:lpstr>
      <vt:lpstr>Franklin Gothic Demi</vt:lpstr>
      <vt:lpstr>Personnalisé</vt:lpstr>
      <vt:lpstr>Nectar</vt:lpstr>
      <vt:lpstr>Sommaire</vt:lpstr>
      <vt:lpstr>Faire ses courses en ligne devrait être aussi simple que commander un repas ou appeler un taxi.  Pourtant, de nombreux services restent complexes ou peu adaptés aux besoins quotidiens..</vt:lpstr>
      <vt:lpstr>Présentation  de  Nectar</vt:lpstr>
      <vt:lpstr>Fonctionnalités clés</vt:lpstr>
      <vt:lpstr>Valeur ajoutée  &amp;  Cible</vt:lpstr>
      <vt:lpstr>Vision / Impact / Prochaine étape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Bailaou Diallo</dc:creator>
  <cp:lastModifiedBy>Bailaou Diallo</cp:lastModifiedBy>
  <cp:revision>1</cp:revision>
  <dcterms:created xsi:type="dcterms:W3CDTF">2025-07-23T08:57:01Z</dcterms:created>
  <dcterms:modified xsi:type="dcterms:W3CDTF">2025-07-23T17:20:26Z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